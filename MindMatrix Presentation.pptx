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067" y="59563"/>
            <a:ext cx="8408035" cy="815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082" y="1297279"/>
            <a:ext cx="8631834" cy="4592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uEhmQd0Z1CA&amp;t=11410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igitalindia.gov.in/gst" TargetMode="External"/><Relationship Id="rId4" Type="http://schemas.openxmlformats.org/officeDocument/2006/relationships/hyperlink" Target="https://www.udemy.com/course/mobile-app-developmen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6850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9126220" cy="6858000"/>
            <a:chOff x="0" y="-3"/>
            <a:chExt cx="91262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912618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329" y="150240"/>
              <a:ext cx="6396101" cy="920877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89735" y="3079623"/>
          <a:ext cx="618490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2301010206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Ayush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Gupta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(Team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Leader)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2301010210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Harshit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Chaurasia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2301010209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Nikhil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Kumar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2301010208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Ritu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Rajput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2301010207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Gurleen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Kaur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569845" y="1592071"/>
            <a:ext cx="3964304" cy="675640"/>
          </a:xfrm>
          <a:custGeom>
            <a:avLst/>
            <a:gdLst/>
            <a:ahLst/>
            <a:cxnLst/>
            <a:rect l="l" t="t" r="r" b="b"/>
            <a:pathLst>
              <a:path w="3964304" h="675639">
                <a:moveTo>
                  <a:pt x="3963924" y="0"/>
                </a:moveTo>
                <a:lnTo>
                  <a:pt x="0" y="0"/>
                </a:lnTo>
                <a:lnTo>
                  <a:pt x="0" y="339852"/>
                </a:lnTo>
                <a:lnTo>
                  <a:pt x="435864" y="339852"/>
                </a:lnTo>
                <a:lnTo>
                  <a:pt x="435864" y="675132"/>
                </a:lnTo>
                <a:lnTo>
                  <a:pt x="2165604" y="675132"/>
                </a:lnTo>
                <a:lnTo>
                  <a:pt x="2250948" y="675132"/>
                </a:lnTo>
                <a:lnTo>
                  <a:pt x="2314956" y="675132"/>
                </a:lnTo>
                <a:lnTo>
                  <a:pt x="3462528" y="675132"/>
                </a:lnTo>
                <a:lnTo>
                  <a:pt x="3462528" y="339852"/>
                </a:lnTo>
                <a:lnTo>
                  <a:pt x="3963924" y="339852"/>
                </a:lnTo>
                <a:lnTo>
                  <a:pt x="396392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16477" y="1231849"/>
            <a:ext cx="14071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MindMatrix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946" y="1567687"/>
            <a:ext cx="6332220" cy="1423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32410" algn="ctr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Creating</a:t>
            </a:r>
            <a:r>
              <a:rPr sz="22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functional</a:t>
            </a:r>
            <a:r>
              <a:rPr sz="22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sz="22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625"/>
              </a:lnSpc>
              <a:tabLst>
                <a:tab pos="1520190" algn="l"/>
                <a:tab pos="6306185" algn="l"/>
              </a:tabLst>
            </a:pPr>
            <a:r>
              <a:rPr sz="2200" b="1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	small</a:t>
            </a:r>
            <a:r>
              <a:rPr sz="2200" b="1" u="sng" spc="-20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business</a:t>
            </a:r>
            <a:r>
              <a:rPr sz="2200" b="1" u="sng" spc="-25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-</a:t>
            </a:r>
            <a:r>
              <a:rPr sz="2200" b="1" u="sng" spc="-10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 ByteStock</a:t>
            </a:r>
            <a:r>
              <a:rPr sz="2200" b="1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	</a:t>
            </a:r>
            <a:endParaRPr sz="2200">
              <a:latin typeface="Calibri"/>
              <a:cs typeface="Calibri"/>
            </a:endParaRPr>
          </a:p>
          <a:p>
            <a:pPr marL="1226820" marR="1240155" algn="ctr">
              <a:lnSpc>
                <a:spcPts val="2880"/>
              </a:lnSpc>
              <a:spcBef>
                <a:spcPts val="80"/>
              </a:spcBef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Pre-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Year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Synopsis Submitted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64" y="5752287"/>
            <a:ext cx="34372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Industry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Mr.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Gauri</a:t>
            </a:r>
            <a:r>
              <a:rPr sz="18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Shankar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40" dirty="0">
                <a:solidFill>
                  <a:srgbClr val="006FC0"/>
                </a:solidFill>
                <a:latin typeface="Calibri"/>
                <a:cs typeface="Calibri"/>
              </a:rPr>
              <a:t>Dr.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Surabhi</a:t>
            </a:r>
            <a:r>
              <a:rPr sz="18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Shankar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7458" y="1703323"/>
            <a:ext cx="7551420" cy="3442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developing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small </a:t>
            </a:r>
            <a:r>
              <a:rPr sz="2800" dirty="0">
                <a:latin typeface="Calibri"/>
                <a:cs typeface="Calibri"/>
              </a:rPr>
              <a:t>businesses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efficiently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inventory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GST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bills.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tracks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stock </a:t>
            </a:r>
            <a:r>
              <a:rPr sz="2800" dirty="0">
                <a:latin typeface="Calibri"/>
                <a:cs typeface="Calibri"/>
              </a:rPr>
              <a:t>levels,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in-</a:t>
            </a:r>
            <a:r>
              <a:rPr sz="2800" dirty="0">
                <a:latin typeface="Calibri"/>
                <a:cs typeface="Calibri"/>
              </a:rPr>
              <a:t>app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alerts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low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inventory,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adjustments.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simplifies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billing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</a:t>
            </a:r>
            <a:r>
              <a:rPr sz="2800" dirty="0">
                <a:latin typeface="Calibri"/>
                <a:cs typeface="Calibri"/>
              </a:rPr>
              <a:t>giving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GST</a:t>
            </a:r>
            <a:r>
              <a:rPr sz="2800" spc="6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calculations,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ensuring</a:t>
            </a:r>
            <a:r>
              <a:rPr sz="2800" spc="6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compliance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accuracy.</a:t>
            </a:r>
            <a:r>
              <a:rPr sz="2800" spc="38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0" dirty="0">
                <a:latin typeface="Calibri"/>
                <a:cs typeface="Calibri"/>
              </a:rPr>
              <a:t>   </a:t>
            </a:r>
            <a:r>
              <a:rPr sz="2800" spc="-20" dirty="0">
                <a:latin typeface="Calibri"/>
                <a:cs typeface="Calibri"/>
              </a:rPr>
              <a:t>user-</a:t>
            </a:r>
            <a:r>
              <a:rPr sz="2800" dirty="0">
                <a:latin typeface="Calibri"/>
                <a:cs typeface="Calibri"/>
              </a:rPr>
              <a:t>friendly</a:t>
            </a:r>
            <a:r>
              <a:rPr sz="2800" spc="38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interface</a:t>
            </a:r>
            <a:r>
              <a:rPr sz="2800" spc="395" dirty="0">
                <a:latin typeface="Calibri"/>
                <a:cs typeface="Calibri"/>
              </a:rPr>
              <a:t>   </a:t>
            </a:r>
            <a:r>
              <a:rPr sz="2800" spc="-10" dirty="0">
                <a:latin typeface="Calibri"/>
                <a:cs typeface="Calibri"/>
              </a:rPr>
              <a:t>makes inventory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financial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seamless.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"/>
                <a:cs typeface="Calibri"/>
              </a:rPr>
              <a:t>About</a:t>
            </a:r>
            <a:r>
              <a:rPr sz="4400" b="0" spc="-2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the</a:t>
            </a:r>
            <a:r>
              <a:rPr sz="4400" b="0" spc="-2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Problem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1074496"/>
            <a:ext cx="3354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3565" algn="l"/>
                <a:tab pos="2033270" algn="l"/>
              </a:tabLst>
            </a:pPr>
            <a:r>
              <a:rPr sz="2400" b="1" spc="-10" dirty="0">
                <a:latin typeface="Calibri"/>
                <a:cs typeface="Calibri"/>
              </a:rPr>
              <a:t>Problems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Identified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5346" y="1074496"/>
            <a:ext cx="5438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8600" algn="l"/>
                <a:tab pos="2927985" algn="l"/>
                <a:tab pos="4319905" algn="l"/>
                <a:tab pos="4763135" algn="l"/>
              </a:tabLst>
            </a:pPr>
            <a:r>
              <a:rPr sz="2400" spc="-10" dirty="0">
                <a:latin typeface="Calibri"/>
                <a:cs typeface="Calibri"/>
              </a:rPr>
              <a:t>Managing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manually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time-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440941"/>
            <a:ext cx="9025255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consuming,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lacks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updates.</a:t>
            </a:r>
            <a:endParaRPr sz="2400">
              <a:latin typeface="Calibri"/>
              <a:cs typeface="Calibri"/>
            </a:endParaRPr>
          </a:p>
          <a:p>
            <a:pPr marL="581025" marR="5715" indent="-568325" algn="just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584200" algn="l"/>
              </a:tabLst>
            </a:pPr>
            <a:r>
              <a:rPr sz="2400" b="1" dirty="0">
                <a:latin typeface="Calibri"/>
                <a:cs typeface="Calibri"/>
              </a:rPr>
              <a:t>Issues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Problems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30" dirty="0">
                <a:latin typeface="Calibri"/>
                <a:cs typeface="Calibri"/>
              </a:rPr>
              <a:t> inventory,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low-stock 	</a:t>
            </a:r>
            <a:r>
              <a:rPr sz="2400" dirty="0">
                <a:latin typeface="Calibri"/>
                <a:cs typeface="Calibri"/>
              </a:rPr>
              <a:t>alerts,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billing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complexities.</a:t>
            </a:r>
            <a:endParaRPr sz="2400">
              <a:latin typeface="Calibri"/>
              <a:cs typeface="Calibri"/>
            </a:endParaRPr>
          </a:p>
          <a:p>
            <a:pPr marL="581025" marR="6350" indent="-568325" algn="just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584200" algn="l"/>
              </a:tabLst>
            </a:pPr>
            <a:r>
              <a:rPr sz="2400" b="1" dirty="0">
                <a:latin typeface="Calibri"/>
                <a:cs typeface="Calibri"/>
              </a:rPr>
              <a:t>Need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Solution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spc="-20" dirty="0">
                <a:latin typeface="Calibri"/>
                <a:cs typeface="Calibri"/>
              </a:rPr>
              <a:t>time 	</a:t>
            </a:r>
            <a:r>
              <a:rPr sz="2400" dirty="0">
                <a:latin typeface="Calibri"/>
                <a:cs typeface="Calibri"/>
              </a:rPr>
              <a:t>notifications,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GST-</a:t>
            </a:r>
            <a:r>
              <a:rPr sz="2400" dirty="0">
                <a:latin typeface="Calibri"/>
                <a:cs typeface="Calibri"/>
              </a:rPr>
              <a:t>compliant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effortlessly.</a:t>
            </a:r>
            <a:endParaRPr sz="2400">
              <a:latin typeface="Calibri"/>
              <a:cs typeface="Calibri"/>
            </a:endParaRPr>
          </a:p>
          <a:p>
            <a:pPr marL="580390" marR="5080" indent="-567690" algn="just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584200" algn="l"/>
              </a:tabLst>
            </a:pPr>
            <a:r>
              <a:rPr sz="2400" b="1" dirty="0">
                <a:latin typeface="Calibri"/>
                <a:cs typeface="Calibri"/>
              </a:rPr>
              <a:t>Existing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Solution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small 	</a:t>
            </a:r>
            <a:r>
              <a:rPr sz="2400" dirty="0">
                <a:latin typeface="Calibri"/>
                <a:cs typeface="Calibri"/>
              </a:rPr>
              <a:t>businesses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features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automated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seamless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GST billing.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friendly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simplify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these 	processes.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36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1071448"/>
            <a:ext cx="9022080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Define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Problem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Clearly: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1259205" algn="l"/>
                <a:tab pos="2775585" algn="l"/>
                <a:tab pos="4077335" algn="l"/>
                <a:tab pos="4767580" algn="l"/>
                <a:tab pos="5473700" algn="l"/>
                <a:tab pos="6487160" algn="l"/>
                <a:tab pos="7455534" algn="l"/>
                <a:tab pos="8463915" algn="l"/>
              </a:tabLst>
            </a:pPr>
            <a:r>
              <a:rPr sz="2800" spc="-10" dirty="0">
                <a:latin typeface="Calibri"/>
                <a:cs typeface="Calibri"/>
              </a:rPr>
              <a:t>Manual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inventory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tracking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GST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billing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cause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errors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inefficiencies.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60"/>
              </a:spcBef>
            </a:pPr>
            <a:r>
              <a:rPr sz="2800" b="1" dirty="0">
                <a:latin typeface="Calibri"/>
                <a:cs typeface="Calibri"/>
              </a:rPr>
              <a:t>Why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it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919480" algn="l"/>
                <a:tab pos="3467735" algn="l"/>
                <a:tab pos="4141470" algn="l"/>
                <a:tab pos="5133975" algn="l"/>
                <a:tab pos="6514465" algn="l"/>
                <a:tab pos="7461250" algn="l"/>
              </a:tabLst>
            </a:pPr>
            <a:r>
              <a:rPr sz="2800" spc="-10" dirty="0">
                <a:latin typeface="Calibri"/>
                <a:cs typeface="Calibri"/>
              </a:rPr>
              <a:t>Stock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mismanagement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billing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mistakes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affect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operations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compliance.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9256" y="4913121"/>
            <a:ext cx="2090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105" algn="l"/>
              </a:tabLst>
            </a:pP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business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4486402"/>
            <a:ext cx="66763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14855" algn="l"/>
                <a:tab pos="3624579" algn="l"/>
                <a:tab pos="5225415" algn="l"/>
              </a:tabLst>
            </a:pPr>
            <a:r>
              <a:rPr sz="2800" b="1" dirty="0">
                <a:latin typeface="Calibri"/>
                <a:cs typeface="Calibri"/>
              </a:rPr>
              <a:t>Expected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Impact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Solving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This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Problem: </a:t>
            </a:r>
            <a:r>
              <a:rPr sz="2800" spc="-10" dirty="0">
                <a:latin typeface="Calibri"/>
                <a:cs typeface="Calibri"/>
              </a:rPr>
              <a:t>Automation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improves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accuracy,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efficiency, </a:t>
            </a:r>
            <a:r>
              <a:rPr sz="2800" spc="-10" dirty="0">
                <a:latin typeface="Calibri"/>
                <a:cs typeface="Calibri"/>
              </a:rPr>
              <a:t>performance.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3477" y="1480819"/>
            <a:ext cx="697484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Inventory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Alerts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Tracks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stock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notifies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 low.</a:t>
            </a:r>
            <a:endParaRPr sz="2800">
              <a:latin typeface="Calibri"/>
              <a:cs typeface="Calibri"/>
            </a:endParaRPr>
          </a:p>
          <a:p>
            <a:pPr marL="12700" marR="6985">
              <a:lnSpc>
                <a:spcPct val="100000"/>
              </a:lnSpc>
              <a:tabLst>
                <a:tab pos="1073150" algn="l"/>
                <a:tab pos="2344420" algn="l"/>
                <a:tab pos="3583304" algn="l"/>
                <a:tab pos="4620260" algn="l"/>
                <a:tab pos="5656580" algn="l"/>
                <a:tab pos="6209665" algn="l"/>
              </a:tabLst>
            </a:pPr>
            <a:r>
              <a:rPr sz="2800" b="1" spc="-10" dirty="0">
                <a:latin typeface="Calibri"/>
                <a:cs typeface="Calibri"/>
              </a:rPr>
              <a:t>Smart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Pricing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Adjusts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prices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based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stock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demand.</a:t>
            </a:r>
            <a:endParaRPr sz="2800">
              <a:latin typeface="Calibri"/>
              <a:cs typeface="Calibri"/>
            </a:endParaRPr>
          </a:p>
          <a:p>
            <a:pPr marL="12700" marR="8255">
              <a:lnSpc>
                <a:spcPct val="100000"/>
              </a:lnSpc>
              <a:tabLst>
                <a:tab pos="926465" algn="l"/>
                <a:tab pos="2280285" algn="l"/>
                <a:tab pos="4851400" algn="l"/>
              </a:tabLst>
            </a:pPr>
            <a:r>
              <a:rPr sz="2800" b="1" spc="-25" dirty="0">
                <a:latin typeface="Calibri"/>
                <a:cs typeface="Calibri"/>
              </a:rPr>
              <a:t>GST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Billing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Auto-</a:t>
            </a:r>
            <a:r>
              <a:rPr sz="2800" spc="-10" dirty="0">
                <a:latin typeface="Calibri"/>
                <a:cs typeface="Calibri"/>
              </a:rPr>
              <a:t>generates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GST-</a:t>
            </a:r>
            <a:r>
              <a:rPr sz="2800" spc="-10" dirty="0">
                <a:latin typeface="Calibri"/>
                <a:cs typeface="Calibri"/>
              </a:rPr>
              <a:t>compliant invoices.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922019" algn="l"/>
                <a:tab pos="1496695" algn="l"/>
                <a:tab pos="2405380" algn="l"/>
                <a:tab pos="3641090" algn="l"/>
                <a:tab pos="5184140" algn="l"/>
                <a:tab pos="5855970" algn="l"/>
              </a:tabLst>
            </a:pPr>
            <a:r>
              <a:rPr sz="2800" b="1" spc="-20" dirty="0">
                <a:latin typeface="Calibri"/>
                <a:cs typeface="Calibri"/>
              </a:rPr>
              <a:t>Easy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to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Use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Simple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interface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smooth management.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Chatbot:</a:t>
            </a:r>
            <a:r>
              <a:rPr sz="2800" b="1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implement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chatbot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real-time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support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Methodology,</a:t>
            </a:r>
            <a:r>
              <a:rPr spc="-75" dirty="0"/>
              <a:t> </a:t>
            </a:r>
            <a:r>
              <a:rPr dirty="0"/>
              <a:t>Tools,</a:t>
            </a:r>
            <a:r>
              <a:rPr spc="-7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2827" y="1909063"/>
            <a:ext cx="7367270" cy="30283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marR="5080" indent="-4552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Methodology:</a:t>
            </a:r>
            <a:r>
              <a:rPr sz="2800" b="1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Start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used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 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 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software.</a:t>
            </a:r>
            <a:endParaRPr sz="2800" dirty="0">
              <a:latin typeface="Calibri"/>
              <a:cs typeface="Calibri"/>
            </a:endParaRPr>
          </a:p>
          <a:p>
            <a:pPr marL="467995" marR="6350" indent="-455295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Tools: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XML/Kotlin(Frontend/Backend/Design),  </a:t>
            </a:r>
            <a:r>
              <a:rPr sz="2800" spc="-10" dirty="0">
                <a:latin typeface="Calibri"/>
                <a:cs typeface="Calibri"/>
              </a:rPr>
              <a:t>Firebase/MySQL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(database).</a:t>
            </a:r>
            <a:endParaRPr sz="2800" dirty="0">
              <a:latin typeface="Calibri"/>
              <a:cs typeface="Calibri"/>
            </a:endParaRPr>
          </a:p>
          <a:p>
            <a:pPr marL="467995" marR="6985" indent="-45529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Techniques:</a:t>
            </a:r>
            <a:r>
              <a:rPr sz="2800" b="1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Automated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inventory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tracking,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AI- 	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pricing,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alerts.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6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8890">
              <a:lnSpc>
                <a:spcPct val="107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Plan</a:t>
            </a:r>
            <a:r>
              <a:rPr b="1" spc="1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App:</a:t>
            </a:r>
            <a:r>
              <a:rPr b="1" spc="175" dirty="0">
                <a:latin typeface="Calibri"/>
                <a:cs typeface="Calibri"/>
              </a:rPr>
              <a:t> </a:t>
            </a:r>
            <a:r>
              <a:rPr dirty="0"/>
              <a:t>Define</a:t>
            </a:r>
            <a:r>
              <a:rPr spc="180" dirty="0"/>
              <a:t> </a:t>
            </a:r>
            <a:r>
              <a:rPr dirty="0"/>
              <a:t>the</a:t>
            </a:r>
            <a:r>
              <a:rPr spc="190" dirty="0"/>
              <a:t> </a:t>
            </a:r>
            <a:r>
              <a:rPr dirty="0"/>
              <a:t>features</a:t>
            </a:r>
            <a:r>
              <a:rPr spc="185" dirty="0"/>
              <a:t> </a:t>
            </a:r>
            <a:r>
              <a:rPr dirty="0"/>
              <a:t>you</a:t>
            </a:r>
            <a:r>
              <a:rPr spc="175" dirty="0"/>
              <a:t> </a:t>
            </a:r>
            <a:r>
              <a:rPr dirty="0"/>
              <a:t>need</a:t>
            </a:r>
            <a:r>
              <a:rPr spc="200" dirty="0"/>
              <a:t> </a:t>
            </a:r>
            <a:r>
              <a:rPr dirty="0"/>
              <a:t>(e.g.,</a:t>
            </a:r>
            <a:r>
              <a:rPr spc="190" dirty="0"/>
              <a:t> </a:t>
            </a:r>
            <a:r>
              <a:rPr dirty="0"/>
              <a:t>product</a:t>
            </a:r>
            <a:r>
              <a:rPr spc="200" dirty="0"/>
              <a:t> </a:t>
            </a:r>
            <a:r>
              <a:rPr dirty="0"/>
              <a:t>info,</a:t>
            </a:r>
            <a:r>
              <a:rPr spc="200" dirty="0"/>
              <a:t> </a:t>
            </a:r>
            <a:r>
              <a:rPr dirty="0"/>
              <a:t>stock</a:t>
            </a:r>
            <a:r>
              <a:rPr spc="185" dirty="0"/>
              <a:t> </a:t>
            </a:r>
            <a:r>
              <a:rPr dirty="0"/>
              <a:t>levels)</a:t>
            </a:r>
            <a:r>
              <a:rPr spc="204" dirty="0"/>
              <a:t> </a:t>
            </a:r>
            <a:r>
              <a:rPr spc="-25" dirty="0"/>
              <a:t>and </a:t>
            </a:r>
            <a:r>
              <a:rPr dirty="0"/>
              <a:t>decide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app’s</a:t>
            </a:r>
            <a:r>
              <a:rPr spc="-55" dirty="0"/>
              <a:t> </a:t>
            </a:r>
            <a:r>
              <a:rPr dirty="0"/>
              <a:t>purpose</a:t>
            </a:r>
            <a:r>
              <a:rPr spc="-6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target</a:t>
            </a:r>
            <a:r>
              <a:rPr spc="-35" dirty="0"/>
              <a:t> </a:t>
            </a:r>
            <a:r>
              <a:rPr spc="-10" dirty="0"/>
              <a:t>audience.</a:t>
            </a:r>
          </a:p>
          <a:p>
            <a:pPr marL="1905">
              <a:lnSpc>
                <a:spcPct val="100000"/>
              </a:lnSpc>
              <a:spcBef>
                <a:spcPts val="125"/>
              </a:spcBef>
            </a:pPr>
            <a:endParaRPr spc="-10" dirty="0"/>
          </a:p>
          <a:p>
            <a:pPr marL="14604" marR="6350">
              <a:lnSpc>
                <a:spcPct val="107000"/>
              </a:lnSpc>
              <a:tabLst>
                <a:tab pos="895350" algn="l"/>
                <a:tab pos="1417955" algn="l"/>
                <a:tab pos="2411730" algn="l"/>
                <a:tab pos="3027680" algn="l"/>
                <a:tab pos="3646170" algn="l"/>
                <a:tab pos="4163060" algn="l"/>
                <a:tab pos="4720590" algn="l"/>
                <a:tab pos="5247005" algn="l"/>
                <a:tab pos="5859780" algn="l"/>
                <a:tab pos="6807834" algn="l"/>
                <a:tab pos="7365365" algn="l"/>
                <a:tab pos="8270875" algn="l"/>
              </a:tabLst>
            </a:pPr>
            <a:r>
              <a:rPr b="1" spc="-10" dirty="0">
                <a:latin typeface="Calibri"/>
                <a:cs typeface="Calibri"/>
              </a:rPr>
              <a:t>Design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25" dirty="0">
                <a:latin typeface="Calibri"/>
                <a:cs typeface="Calibri"/>
              </a:rPr>
              <a:t>the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10" dirty="0">
                <a:latin typeface="Calibri"/>
                <a:cs typeface="Calibri"/>
              </a:rPr>
              <a:t>System:</a:t>
            </a:r>
            <a:r>
              <a:rPr b="1" dirty="0">
                <a:latin typeface="Calibri"/>
                <a:cs typeface="Calibri"/>
              </a:rPr>
              <a:t>	</a:t>
            </a:r>
            <a:r>
              <a:rPr spc="-20" dirty="0"/>
              <a:t>Plan</a:t>
            </a:r>
            <a:r>
              <a:rPr dirty="0"/>
              <a:t>	</a:t>
            </a:r>
            <a:r>
              <a:rPr spc="-25" dirty="0"/>
              <a:t>how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5" dirty="0"/>
              <a:t>app</a:t>
            </a:r>
            <a:r>
              <a:rPr dirty="0"/>
              <a:t>	</a:t>
            </a:r>
            <a:r>
              <a:rPr spc="-20" dirty="0"/>
              <a:t>will</a:t>
            </a:r>
            <a:r>
              <a:rPr dirty="0"/>
              <a:t>	</a:t>
            </a:r>
            <a:r>
              <a:rPr spc="-20" dirty="0"/>
              <a:t>look</a:t>
            </a:r>
            <a:r>
              <a:rPr dirty="0"/>
              <a:t>	</a:t>
            </a:r>
            <a:r>
              <a:rPr spc="-10" dirty="0"/>
              <a:t>(UI/UX)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choose</a:t>
            </a:r>
            <a:r>
              <a:rPr dirty="0"/>
              <a:t>	</a:t>
            </a:r>
            <a:r>
              <a:rPr spc="-25" dirty="0"/>
              <a:t>the </a:t>
            </a:r>
            <a:r>
              <a:rPr dirty="0"/>
              <a:t>technologies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app</a:t>
            </a:r>
            <a:r>
              <a:rPr spc="-45" dirty="0"/>
              <a:t> </a:t>
            </a:r>
            <a:r>
              <a:rPr dirty="0"/>
              <a:t>(e.g.,</a:t>
            </a:r>
            <a:r>
              <a:rPr spc="-55" dirty="0"/>
              <a:t> </a:t>
            </a:r>
            <a:r>
              <a:rPr spc="-10" dirty="0"/>
              <a:t>frontend,</a:t>
            </a:r>
            <a:r>
              <a:rPr spc="-40" dirty="0"/>
              <a:t> </a:t>
            </a:r>
            <a:r>
              <a:rPr dirty="0"/>
              <a:t>backend,</a:t>
            </a:r>
            <a:r>
              <a:rPr spc="-60" dirty="0"/>
              <a:t> </a:t>
            </a:r>
            <a:r>
              <a:rPr spc="-10" dirty="0"/>
              <a:t>database).</a:t>
            </a:r>
          </a:p>
          <a:p>
            <a:pPr marL="1905">
              <a:lnSpc>
                <a:spcPct val="100000"/>
              </a:lnSpc>
              <a:spcBef>
                <a:spcPts val="295"/>
              </a:spcBef>
            </a:pPr>
            <a:endParaRPr spc="-10" dirty="0"/>
          </a:p>
          <a:p>
            <a:pPr marL="14604">
              <a:lnSpc>
                <a:spcPct val="100000"/>
              </a:lnSpc>
            </a:pPr>
            <a:r>
              <a:rPr b="1" dirty="0">
                <a:latin typeface="Calibri"/>
                <a:cs typeface="Calibri"/>
              </a:rPr>
              <a:t>Develop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App: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dirty="0"/>
              <a:t>Build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</a:t>
            </a:r>
            <a:r>
              <a:rPr spc="-25" dirty="0"/>
              <a:t> </a:t>
            </a:r>
            <a:r>
              <a:rPr spc="-10" dirty="0"/>
              <a:t>interface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backend,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make</a:t>
            </a:r>
            <a:r>
              <a:rPr spc="-20" dirty="0"/>
              <a:t> </a:t>
            </a:r>
            <a:r>
              <a:rPr dirty="0"/>
              <a:t>sure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app</a:t>
            </a:r>
            <a:r>
              <a:rPr spc="-25" dirty="0"/>
              <a:t> can</a:t>
            </a:r>
          </a:p>
          <a:p>
            <a:pPr marL="14604">
              <a:lnSpc>
                <a:spcPct val="100000"/>
              </a:lnSpc>
              <a:spcBef>
                <a:spcPts val="170"/>
              </a:spcBef>
            </a:pPr>
            <a:r>
              <a:rPr dirty="0"/>
              <a:t>handle</a:t>
            </a:r>
            <a:r>
              <a:rPr spc="-60" dirty="0"/>
              <a:t> </a:t>
            </a:r>
            <a:r>
              <a:rPr dirty="0"/>
              <a:t>stock</a:t>
            </a:r>
            <a:r>
              <a:rPr spc="-5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user</a:t>
            </a:r>
            <a:r>
              <a:rPr spc="-55" dirty="0"/>
              <a:t> </a:t>
            </a:r>
            <a:r>
              <a:rPr spc="-10" dirty="0"/>
              <a:t>actions.</a:t>
            </a:r>
          </a:p>
          <a:p>
            <a:pPr marL="1905">
              <a:lnSpc>
                <a:spcPct val="100000"/>
              </a:lnSpc>
              <a:spcBef>
                <a:spcPts val="130"/>
              </a:spcBef>
            </a:pPr>
            <a:endParaRPr spc="-10" dirty="0"/>
          </a:p>
          <a:p>
            <a:pPr marL="14604" marR="8890">
              <a:lnSpc>
                <a:spcPct val="107000"/>
              </a:lnSpc>
            </a:pPr>
            <a:r>
              <a:rPr b="1" dirty="0">
                <a:latin typeface="Calibri"/>
                <a:cs typeface="Calibri"/>
              </a:rPr>
              <a:t>Test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2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App:</a:t>
            </a:r>
            <a:r>
              <a:rPr b="1" spc="190" dirty="0">
                <a:latin typeface="Calibri"/>
                <a:cs typeface="Calibri"/>
              </a:rPr>
              <a:t> </a:t>
            </a:r>
            <a:r>
              <a:rPr dirty="0"/>
              <a:t>Test</a:t>
            </a:r>
            <a:r>
              <a:rPr spc="215" dirty="0"/>
              <a:t> </a:t>
            </a:r>
            <a:r>
              <a:rPr dirty="0"/>
              <a:t>the</a:t>
            </a:r>
            <a:r>
              <a:rPr spc="210" dirty="0"/>
              <a:t> </a:t>
            </a:r>
            <a:r>
              <a:rPr dirty="0"/>
              <a:t>app</a:t>
            </a:r>
            <a:r>
              <a:rPr spc="220" dirty="0"/>
              <a:t> </a:t>
            </a:r>
            <a:r>
              <a:rPr dirty="0"/>
              <a:t>to</a:t>
            </a:r>
            <a:r>
              <a:rPr spc="210" dirty="0"/>
              <a:t> </a:t>
            </a:r>
            <a:r>
              <a:rPr dirty="0"/>
              <a:t>ensure</a:t>
            </a:r>
            <a:r>
              <a:rPr spc="210" dirty="0"/>
              <a:t> </a:t>
            </a:r>
            <a:r>
              <a:rPr dirty="0"/>
              <a:t>everything</a:t>
            </a:r>
            <a:r>
              <a:rPr spc="210" dirty="0"/>
              <a:t> </a:t>
            </a:r>
            <a:r>
              <a:rPr dirty="0"/>
              <a:t>works</a:t>
            </a:r>
            <a:r>
              <a:rPr spc="204" dirty="0"/>
              <a:t> </a:t>
            </a:r>
            <a:r>
              <a:rPr dirty="0"/>
              <a:t>properly,</a:t>
            </a:r>
            <a:r>
              <a:rPr spc="210" dirty="0"/>
              <a:t> </a:t>
            </a:r>
            <a:r>
              <a:rPr dirty="0"/>
              <a:t>like</a:t>
            </a:r>
            <a:r>
              <a:rPr spc="200" dirty="0"/>
              <a:t> </a:t>
            </a:r>
            <a:r>
              <a:rPr dirty="0"/>
              <a:t>checking</a:t>
            </a:r>
            <a:r>
              <a:rPr spc="204" dirty="0"/>
              <a:t> </a:t>
            </a:r>
            <a:r>
              <a:rPr spc="-25" dirty="0"/>
              <a:t>if </a:t>
            </a:r>
            <a:r>
              <a:rPr dirty="0"/>
              <a:t>stock</a:t>
            </a:r>
            <a:r>
              <a:rPr spc="-60" dirty="0"/>
              <a:t> </a:t>
            </a:r>
            <a:r>
              <a:rPr dirty="0"/>
              <a:t>updates</a:t>
            </a:r>
            <a:r>
              <a:rPr spc="-6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display</a:t>
            </a:r>
            <a:r>
              <a:rPr spc="-65" dirty="0"/>
              <a:t> </a:t>
            </a:r>
            <a:r>
              <a:rPr spc="-10" dirty="0"/>
              <a:t>correctly.</a:t>
            </a:r>
          </a:p>
          <a:p>
            <a:pPr marL="1905">
              <a:lnSpc>
                <a:spcPct val="100000"/>
              </a:lnSpc>
              <a:spcBef>
                <a:spcPts val="290"/>
              </a:spcBef>
            </a:pPr>
            <a:endParaRPr spc="-10" dirty="0"/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b="1" dirty="0">
                <a:latin typeface="Calibri"/>
                <a:cs typeface="Calibri"/>
              </a:rPr>
              <a:t>Launch</a:t>
            </a:r>
            <a:r>
              <a:rPr b="1" spc="2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2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Maintain: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dirty="0"/>
              <a:t>Launch</a:t>
            </a:r>
            <a:r>
              <a:rPr spc="275" dirty="0"/>
              <a:t> </a:t>
            </a:r>
            <a:r>
              <a:rPr dirty="0"/>
              <a:t>the</a:t>
            </a:r>
            <a:r>
              <a:rPr spc="260" dirty="0"/>
              <a:t> </a:t>
            </a:r>
            <a:r>
              <a:rPr dirty="0"/>
              <a:t>app,</a:t>
            </a:r>
            <a:r>
              <a:rPr spc="280" dirty="0"/>
              <a:t> </a:t>
            </a:r>
            <a:r>
              <a:rPr dirty="0"/>
              <a:t>fix</a:t>
            </a:r>
            <a:r>
              <a:rPr spc="265" dirty="0"/>
              <a:t> </a:t>
            </a:r>
            <a:r>
              <a:rPr dirty="0"/>
              <a:t>any</a:t>
            </a:r>
            <a:r>
              <a:rPr spc="270" dirty="0"/>
              <a:t> </a:t>
            </a:r>
            <a:r>
              <a:rPr dirty="0"/>
              <a:t>bugs,</a:t>
            </a:r>
            <a:r>
              <a:rPr spc="270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dirty="0"/>
              <a:t>keep</a:t>
            </a:r>
            <a:r>
              <a:rPr spc="265" dirty="0"/>
              <a:t> </a:t>
            </a:r>
            <a:r>
              <a:rPr dirty="0"/>
              <a:t>the</a:t>
            </a:r>
            <a:r>
              <a:rPr spc="275" dirty="0"/>
              <a:t> </a:t>
            </a:r>
            <a:r>
              <a:rPr dirty="0"/>
              <a:t>app</a:t>
            </a:r>
            <a:r>
              <a:rPr spc="270" dirty="0"/>
              <a:t> </a:t>
            </a:r>
            <a:r>
              <a:rPr spc="-10" dirty="0"/>
              <a:t>updated</a:t>
            </a:r>
          </a:p>
          <a:p>
            <a:pPr marL="14604">
              <a:lnSpc>
                <a:spcPct val="100000"/>
              </a:lnSpc>
              <a:spcBef>
                <a:spcPts val="170"/>
              </a:spcBef>
            </a:pP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new</a:t>
            </a:r>
            <a:r>
              <a:rPr spc="-60" dirty="0"/>
              <a:t> </a:t>
            </a:r>
            <a:r>
              <a:rPr spc="-10" dirty="0"/>
              <a:t>features</a:t>
            </a:r>
            <a:r>
              <a:rPr spc="-40" dirty="0"/>
              <a:t> </a:t>
            </a:r>
            <a:r>
              <a:rPr dirty="0"/>
              <a:t>or</a:t>
            </a:r>
            <a:r>
              <a:rPr spc="-60" dirty="0"/>
              <a:t> </a:t>
            </a:r>
            <a:r>
              <a:rPr spc="-10" dirty="0"/>
              <a:t>improvements </a:t>
            </a:r>
            <a:r>
              <a:rPr dirty="0"/>
              <a:t>over</a:t>
            </a:r>
            <a:r>
              <a:rPr spc="-50" dirty="0"/>
              <a:t> </a:t>
            </a:r>
            <a:r>
              <a:rPr spc="-10" dirty="0"/>
              <a:t>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6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Workflow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5828" y="1209878"/>
            <a:ext cx="7776209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>
              <a:lnSpc>
                <a:spcPct val="100000"/>
              </a:lnSpc>
              <a:spcBef>
                <a:spcPts val="100"/>
              </a:spcBef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User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authentication.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spcBef>
                <a:spcPts val="5"/>
              </a:spcBef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Admin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price,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details.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automatically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GST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billing.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GST-</a:t>
            </a:r>
            <a:r>
              <a:rPr sz="2400" dirty="0">
                <a:latin typeface="Calibri"/>
                <a:cs typeface="Calibri"/>
              </a:rPr>
              <a:t>compliant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invoices.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Low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notify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advance.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Sales,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GST,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generated.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buSzPct val="97916"/>
              <a:buAutoNum type="arabicPeriod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compliance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audit.</a:t>
            </a:r>
            <a:endParaRPr sz="2400">
              <a:latin typeface="Calibri"/>
              <a:cs typeface="Calibri"/>
            </a:endParaRPr>
          </a:p>
          <a:p>
            <a:pPr marL="395605" indent="-389255">
              <a:lnSpc>
                <a:spcPct val="100000"/>
              </a:lnSpc>
              <a:buSzPct val="97916"/>
              <a:buAutoNum type="arabicPeriod"/>
              <a:tabLst>
                <a:tab pos="395605" algn="l"/>
              </a:tabLst>
            </a:pPr>
            <a:r>
              <a:rPr sz="2400" spc="-10" dirty="0">
                <a:latin typeface="Calibri"/>
                <a:cs typeface="Calibri"/>
              </a:rPr>
              <a:t>Integrated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chatbot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assists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queries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navigation.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6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115" y="1122045"/>
            <a:ext cx="862901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Websites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Online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Learning: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tabLst>
                <a:tab pos="3071495" algn="l"/>
                <a:tab pos="5330190" algn="l"/>
                <a:tab pos="8014334" algn="l"/>
              </a:tabLst>
            </a:pPr>
            <a:r>
              <a:rPr sz="2400" spc="-20" dirty="0">
                <a:latin typeface="Calibri"/>
                <a:cs typeface="Calibri"/>
              </a:rPr>
              <a:t>YouTube.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(2023).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inventory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app: Step-</a:t>
            </a:r>
            <a:r>
              <a:rPr sz="2400" spc="-25" dirty="0">
                <a:latin typeface="Calibri"/>
                <a:cs typeface="Calibri"/>
              </a:rPr>
              <a:t>by-</a:t>
            </a:r>
            <a:r>
              <a:rPr sz="2400" spc="-20" dirty="0">
                <a:latin typeface="Calibri"/>
                <a:cs typeface="Calibri"/>
              </a:rPr>
              <a:t>step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guide.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Retrieved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from </a:t>
            </a:r>
            <a:r>
              <a:rPr sz="2400" u="sng" spc="-10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Calibri"/>
                <a:cs typeface="Calibri"/>
              </a:rPr>
              <a:t>https:</a:t>
            </a:r>
            <a:r>
              <a:rPr sz="2400" u="sng" spc="-10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Calibri"/>
                <a:cs typeface="Calibri"/>
                <a:hlinkClick r:id="rId3"/>
              </a:rPr>
              <a:t>//www.youtube.com/watch?v=uEhmQd0Z1CA&amp;t=11410s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-10" dirty="0">
                <a:latin typeface="Calibri"/>
                <a:cs typeface="Calibri"/>
              </a:rPr>
              <a:t>Udemy: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tabLst>
                <a:tab pos="4205605" algn="l"/>
                <a:tab pos="8016240" algn="l"/>
              </a:tabLst>
            </a:pPr>
            <a:r>
              <a:rPr sz="2400" dirty="0">
                <a:latin typeface="Calibri"/>
                <a:cs typeface="Calibri"/>
              </a:rPr>
              <a:t>Mastering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business: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deployment.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Retrieved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from </a:t>
            </a: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https://www.udemy.com/course/mobile-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app-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development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5"/>
              </a:spcBef>
            </a:pPr>
            <a:r>
              <a:rPr sz="2400" b="1" dirty="0">
                <a:latin typeface="Calibri"/>
                <a:cs typeface="Calibri"/>
              </a:rPr>
              <a:t>Digital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India: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463675" algn="l"/>
                <a:tab pos="3425190" algn="l"/>
                <a:tab pos="4556125" algn="l"/>
                <a:tab pos="5063490" algn="l"/>
                <a:tab pos="5866765" algn="l"/>
                <a:tab pos="7427595" algn="l"/>
              </a:tabLst>
            </a:pPr>
            <a:r>
              <a:rPr sz="2400" spc="-10" dirty="0">
                <a:latin typeface="Calibri"/>
                <a:cs typeface="Calibri"/>
              </a:rPr>
              <a:t>Promoting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GST-</a:t>
            </a:r>
            <a:r>
              <a:rPr sz="2400" spc="-10" dirty="0">
                <a:latin typeface="Calibri"/>
                <a:cs typeface="Calibri"/>
              </a:rPr>
              <a:t>compliant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small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businesses.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Retrieved</a:t>
            </a:r>
            <a:endParaRPr sz="2400">
              <a:latin typeface="Calibri"/>
              <a:cs typeface="Calibri"/>
            </a:endParaRPr>
          </a:p>
          <a:p>
            <a:pPr marL="12700" marR="4307205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from https:</a:t>
            </a:r>
            <a:r>
              <a:rPr sz="2400" spc="-20" dirty="0">
                <a:latin typeface="Calibri"/>
                <a:cs typeface="Calibri"/>
                <a:hlinkClick r:id="rId5"/>
              </a:rPr>
              <a:t>//www.digitalindia.gov.in/gst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8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30" dirty="0"/>
              <a:t> </a:t>
            </a:r>
            <a:r>
              <a:rPr dirty="0"/>
              <a:t>Results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0" dirty="0"/>
              <a:t> 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6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0"/>
                </a:lnTo>
                <a:lnTo>
                  <a:pt x="9144000" y="25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7" y="6309321"/>
            <a:ext cx="2411730" cy="3466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876" y="1422272"/>
            <a:ext cx="86645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Expected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Results: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shops.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GST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generation.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Notifications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levels.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prototype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deliverable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feedback.</a:t>
            </a:r>
            <a:endParaRPr sz="2400">
              <a:latin typeface="Calibri"/>
              <a:cs typeface="Calibri"/>
            </a:endParaRPr>
          </a:p>
          <a:p>
            <a:pPr marL="12700" marR="508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	Faster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resolution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improved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interaction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chatbot.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5"/>
              </a:spcBef>
            </a:pPr>
            <a:r>
              <a:rPr sz="2400" b="1" spc="-10" dirty="0">
                <a:latin typeface="Calibri"/>
                <a:cs typeface="Calibri"/>
              </a:rPr>
              <a:t>Impact: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shops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streamline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work.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Benefits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accuracy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stock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billing.</a:t>
            </a:r>
            <a:endParaRPr sz="2400">
              <a:latin typeface="Calibri"/>
              <a:cs typeface="Calibri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libri"/>
                <a:cs typeface="Calibri"/>
              </a:rPr>
              <a:t>Future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supplier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sales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analytics.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067" y="2669540"/>
            <a:ext cx="54394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0120" algn="l"/>
              </a:tabLst>
            </a:pPr>
            <a:r>
              <a:rPr sz="7200" b="0" spc="40" dirty="0">
                <a:solidFill>
                  <a:srgbClr val="005FAA"/>
                </a:solidFill>
                <a:latin typeface="Times New Roman"/>
                <a:cs typeface="Times New Roman"/>
              </a:rPr>
              <a:t>THANK</a:t>
            </a:r>
            <a:r>
              <a:rPr sz="7200" b="0" dirty="0">
                <a:solidFill>
                  <a:srgbClr val="005FAA"/>
                </a:solidFill>
                <a:latin typeface="Times New Roman"/>
                <a:cs typeface="Times New Roman"/>
              </a:rPr>
              <a:t>	</a:t>
            </a:r>
            <a:r>
              <a:rPr sz="7200" b="0" spc="-135" dirty="0">
                <a:solidFill>
                  <a:srgbClr val="E21E23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842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Times New Roman</vt:lpstr>
      <vt:lpstr>Verdana</vt:lpstr>
      <vt:lpstr>Office Theme</vt:lpstr>
      <vt:lpstr>PowerPoint Presentation</vt:lpstr>
      <vt:lpstr>MindMatrix</vt:lpstr>
      <vt:lpstr>Project Overview</vt:lpstr>
      <vt:lpstr>About the Problem</vt:lpstr>
      <vt:lpstr>Problem Statement</vt:lpstr>
      <vt:lpstr>Objectives</vt:lpstr>
      <vt:lpstr>Methodology, Tools, and Techniques</vt:lpstr>
      <vt:lpstr>Methodology</vt:lpstr>
      <vt:lpstr>Workflow</vt:lpstr>
      <vt:lpstr>References</vt:lpstr>
      <vt:lpstr>Expected Results &amp;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Ayush Gupta</cp:lastModifiedBy>
  <cp:revision>1</cp:revision>
  <dcterms:created xsi:type="dcterms:W3CDTF">2026-04-04T07:18:33Z</dcterms:created>
  <dcterms:modified xsi:type="dcterms:W3CDTF">2026-04-04T07:20:09Z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2026-04-04T00:00:00Z</vt:filetime>
  </property>
  <property fmtid="{D5CDD505-2E9C-101B-9397-08002B2CF9AE}" pid="5" name="Producer">
    <vt:lpwstr>Microsoft® PowerPoint® 2019</vt:lpwstr>
  </property>
</Properties>
</file>